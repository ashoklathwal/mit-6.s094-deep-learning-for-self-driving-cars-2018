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97" r:id="rId1"/>
  </p:sldMasterIdLst>
  <p:notesMasterIdLst>
    <p:notesMasterId r:id="rId6"/>
  </p:notesMasterIdLst>
  <p:sldIdLst>
    <p:sldId id="299" r:id="rId2"/>
    <p:sldId id="283" r:id="rId3"/>
    <p:sldId id="301" r:id="rId4"/>
    <p:sldId id="282" r:id="rId5"/>
  </p:sldIdLst>
  <p:sldSz cx="9144000" cy="6858000" type="screen4x3"/>
  <p:notesSz cx="6858000" cy="9296400"/>
  <p:embeddedFontLst>
    <p:embeddedFont>
      <p:font typeface="Ciscolight" panose="020B0604020202020204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71">
          <p15:clr>
            <a:srgbClr val="A4A3A4"/>
          </p15:clr>
        </p15:guide>
        <p15:guide id="2" pos="22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F7F7F"/>
    <a:srgbClr val="232323"/>
    <a:srgbClr val="652D89"/>
    <a:srgbClr val="0096D6"/>
    <a:srgbClr val="F68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94622" autoAdjust="0"/>
  </p:normalViewPr>
  <p:slideViewPr>
    <p:cSldViewPr snapToGrid="0" snapToObjects="1">
      <p:cViewPr varScale="1">
        <p:scale>
          <a:sx n="82" d="100"/>
          <a:sy n="82" d="100"/>
        </p:scale>
        <p:origin x="1416" y="72"/>
      </p:cViewPr>
      <p:guideLst>
        <p:guide orient="horz" pos="271"/>
        <p:guide pos="22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130F6-FBD8-42B0-8BF3-8518A894D92B}" type="datetimeFigureOut">
              <a:rPr lang="en-US" smtClean="0"/>
              <a:t>1/11/2018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4D52D-3F52-435B-A427-D51B24705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9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-animate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bottom ba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405188" y="5948363"/>
            <a:ext cx="598487" cy="11461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460500" y="5948363"/>
            <a:ext cx="473075" cy="1146175"/>
          </a:xfrm>
          <a:prstGeom prst="rect">
            <a:avLst/>
          </a:prstGeom>
          <a:solidFill>
            <a:srgbClr val="6DB344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772025" y="5948363"/>
            <a:ext cx="473075" cy="1146175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0" name="Rounded Rectangle 9"/>
          <p:cNvSpPr/>
          <p:nvPr userDrawn="1"/>
        </p:nvSpPr>
        <p:spPr>
          <a:xfrm rot="10800000" flipH="1">
            <a:off x="2855913" y="831850"/>
            <a:ext cx="657225" cy="42418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1" name="Rounded Rectangle 10"/>
          <p:cNvSpPr/>
          <p:nvPr userDrawn="1"/>
        </p:nvSpPr>
        <p:spPr>
          <a:xfrm rot="10800000" flipH="1">
            <a:off x="822325" y="4716463"/>
            <a:ext cx="655638" cy="15081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2" name="Rounded Rectangle 11"/>
          <p:cNvSpPr/>
          <p:nvPr userDrawn="1"/>
        </p:nvSpPr>
        <p:spPr>
          <a:xfrm rot="10800000" flipH="1">
            <a:off x="1331913" y="1981200"/>
            <a:ext cx="657225" cy="42433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3" name="Rounded Rectangle 12"/>
          <p:cNvSpPr/>
          <p:nvPr userDrawn="1"/>
        </p:nvSpPr>
        <p:spPr>
          <a:xfrm rot="10800000" flipH="1">
            <a:off x="5870575" y="6613525"/>
            <a:ext cx="779463" cy="3319463"/>
          </a:xfrm>
          <a:prstGeom prst="roundRect">
            <a:avLst>
              <a:gd name="adj" fmla="val 50000"/>
            </a:avLst>
          </a:prstGeom>
          <a:solidFill>
            <a:srgbClr val="1F8BAE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4" name="Rounded Rectangle 13"/>
          <p:cNvSpPr/>
          <p:nvPr userDrawn="1"/>
        </p:nvSpPr>
        <p:spPr>
          <a:xfrm rot="10800000" flipH="1">
            <a:off x="6932613" y="6613525"/>
            <a:ext cx="657225" cy="15081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 rot="10800000" flipH="1">
            <a:off x="2190750" y="6719888"/>
            <a:ext cx="663575" cy="63309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6" name="Rounded Rectangle 15"/>
          <p:cNvSpPr/>
          <p:nvPr userDrawn="1"/>
        </p:nvSpPr>
        <p:spPr>
          <a:xfrm rot="10800000" flipH="1">
            <a:off x="2794000" y="6669088"/>
            <a:ext cx="779463" cy="55451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7" name="Rounded Rectangle 16"/>
          <p:cNvSpPr/>
          <p:nvPr userDrawn="1"/>
        </p:nvSpPr>
        <p:spPr>
          <a:xfrm rot="10800000" flipH="1">
            <a:off x="4921250" y="1025525"/>
            <a:ext cx="655638" cy="42433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8" name="Rounded Rectangle 17"/>
          <p:cNvSpPr/>
          <p:nvPr userDrawn="1"/>
        </p:nvSpPr>
        <p:spPr>
          <a:xfrm rot="10800000" flipH="1">
            <a:off x="5391150" y="1731963"/>
            <a:ext cx="657225" cy="42433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19" name="Rounded Rectangle 18"/>
          <p:cNvSpPr/>
          <p:nvPr userDrawn="1"/>
        </p:nvSpPr>
        <p:spPr>
          <a:xfrm rot="10800000" flipH="1">
            <a:off x="341313" y="6708752"/>
            <a:ext cx="780312" cy="331954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DCAFF">
                  <a:shade val="30000"/>
                  <a:satMod val="115000"/>
                  <a:alpha val="26000"/>
                </a:srgbClr>
              </a:gs>
              <a:gs pos="50000">
                <a:srgbClr val="4DCAFF">
                  <a:shade val="67500"/>
                  <a:satMod val="115000"/>
                </a:srgbClr>
              </a:gs>
              <a:gs pos="100000">
                <a:srgbClr val="4DCAFF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0" name="Rounded Rectangle 19"/>
          <p:cNvSpPr/>
          <p:nvPr userDrawn="1"/>
        </p:nvSpPr>
        <p:spPr>
          <a:xfrm rot="10800000" flipH="1">
            <a:off x="8037513" y="8318500"/>
            <a:ext cx="781050" cy="3319463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1" name="Rounded Rectangle 20"/>
          <p:cNvSpPr/>
          <p:nvPr userDrawn="1"/>
        </p:nvSpPr>
        <p:spPr>
          <a:xfrm rot="10800000" flipH="1">
            <a:off x="8162925" y="1731963"/>
            <a:ext cx="655638" cy="42433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2" name="Rounded Rectangle 21"/>
          <p:cNvSpPr/>
          <p:nvPr userDrawn="1"/>
        </p:nvSpPr>
        <p:spPr>
          <a:xfrm rot="10800000" flipH="1">
            <a:off x="3770313" y="1981200"/>
            <a:ext cx="657225" cy="42433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0"/>
            <a:ext cx="9129713" cy="637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grpSp>
        <p:nvGrpSpPr>
          <p:cNvPr id="24" name="Group 67"/>
          <p:cNvGrpSpPr/>
          <p:nvPr userDrawn="1"/>
        </p:nvGrpSpPr>
        <p:grpSpPr>
          <a:xfrm>
            <a:off x="341314" y="311151"/>
            <a:ext cx="829170" cy="438358"/>
            <a:chOff x="609600" y="528537"/>
            <a:chExt cx="1444734" cy="763789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25" name="Rectangle 24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8" name="Freeform 27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</p:grpSp>
      <p:sp>
        <p:nvSpPr>
          <p:cNvPr id="39" name="Rectangle 38"/>
          <p:cNvSpPr/>
          <p:nvPr userDrawn="1"/>
        </p:nvSpPr>
        <p:spPr>
          <a:xfrm>
            <a:off x="0" y="6542088"/>
            <a:ext cx="9129713" cy="315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40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195580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42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43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B9EA3265-38A7-487F-ACB4-33A977AA8716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1236689"/>
            <a:ext cx="8112125" cy="2918779"/>
          </a:xfrm>
        </p:spPr>
        <p:txBody>
          <a:bodyPr/>
          <a:lstStyle>
            <a:lvl1pPr>
              <a:lnSpc>
                <a:spcPct val="90000"/>
              </a:lnSpc>
              <a:defRPr lang="en-US" sz="5400" b="0" kern="1200" spc="-20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83" y="4464068"/>
            <a:ext cx="8112126" cy="384175"/>
          </a:xfrm>
        </p:spPr>
        <p:txBody>
          <a:bodyPr anchor="b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0"/>
          </p:nvPr>
        </p:nvSpPr>
        <p:spPr>
          <a:xfrm>
            <a:off x="236383" y="4768852"/>
            <a:ext cx="8097838" cy="384175"/>
          </a:xfrm>
        </p:spPr>
        <p:txBody>
          <a:bodyPr/>
          <a:lstStyle>
            <a:lvl1pPr marL="0" indent="0">
              <a:buFontTx/>
              <a:buNone/>
              <a:defRPr lang="en-US" sz="18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236538" y="5232770"/>
            <a:ext cx="8112125" cy="384175"/>
          </a:xfrm>
        </p:spPr>
        <p:txBody>
          <a:bodyPr/>
          <a:lstStyle>
            <a:lvl1pPr marL="0" indent="0">
              <a:buFontTx/>
              <a:buNone/>
              <a:defRPr lang="en-US" sz="14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0760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4.44444E-6 4.81481E-6 L -4.44444E-6 0.65879 " pathEditMode="relative" rAng="0" ptsTypes="AA">
                                      <p:cBhvr>
                                        <p:cTn id="6" dur="8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9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8" dur="10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grpId="0" nodeType="withEffect">
                                  <p:stCondLst>
                                    <p:cond delay="11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0 L 1.94444E-6 -1.0081 " pathEditMode="relative" rAng="0" ptsTypes="AA">
                                      <p:cBhvr>
                                        <p:cTn id="10" dur="16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4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13700"/>
                                  </p:stCondLst>
                                  <p:childTnLst>
                                    <p:animMotion origin="layout" path="M 2.77778E-6 4.81481E-6 L 2.77778E-6 -0.34561 " pathEditMode="relative" rAng="0" ptsTypes="AA">
                                      <p:cBhvr>
                                        <p:cTn id="12" dur="10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44444E-6 L -3.88889E-6 1.14467 " pathEditMode="relative" rAng="0" ptsTypes="AA">
                                      <p:cBhvr>
                                        <p:cTn id="14" dur="10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2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4.16667E-6 0.27476 L 4.16667E-6 -1.26019 " pathEditMode="relative" rAng="0" ptsTypes="AA">
                                      <p:cBhvr>
                                        <p:cTn id="16" dur="12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8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autoRev="1" fill="hold" grpId="0" nodeType="withEffect">
                                  <p:stCondLst>
                                    <p:cond delay="36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0 L 1.94444E-6 -1.0081 " pathEditMode="relative" rAng="0" ptsTypes="AA">
                                      <p:cBhvr>
                                        <p:cTn id="18" dur="8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40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20" dur="19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0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22" dur="8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fill="hold" nodeType="withEffect">
                                  <p:stCondLst>
                                    <p:cond delay="57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72222E-6 -2.15822E-6 L -4.72222E-6 -1.32223 " pathEditMode="relative" rAng="0" ptsTypes="AA">
                                      <p:cBhvr>
                                        <p:cTn id="24" dur="1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1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fill="hold" grpId="0" nodeType="withEffect">
                                  <p:stCondLst>
                                    <p:cond delay="13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0 L 1.94444E-6 -1.0081 " pathEditMode="relative" rAng="0" ptsTypes="AA">
                                      <p:cBhvr>
                                        <p:cTn id="26" dur="7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40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28" dur="15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0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30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0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7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66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animClr clrSpc="rgb" dir="cw">
                                      <p:cBhvr>
                                        <p:cTn id="33" dur="66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set>
                                      <p:cBhvr>
                                        <p:cTn id="34" dur="66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66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7" presetClass="emph" presetSubtype="0" repeatCount="indefinite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3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animClr clrSpc="rgb" dir="cw">
                                      <p:cBhvr>
                                        <p:cTn id="38" dur="53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set>
                                      <p:cBhvr>
                                        <p:cTn id="39" dur="53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3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7" presetClass="emph" presetSubtype="0" repeatCount="indefinite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66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animClr clrSpc="rgb" dir="cw">
                                      <p:cBhvr>
                                        <p:cTn id="43" dur="66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0CCCC"/>
                                      </p:to>
                                    </p:animClr>
                                    <p:set>
                                      <p:cBhvr>
                                        <p:cTn id="44" dur="66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66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bottom ba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9129713" cy="637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grpSp>
        <p:nvGrpSpPr>
          <p:cNvPr id="8" name="Group 67"/>
          <p:cNvGrpSpPr/>
          <p:nvPr userDrawn="1"/>
        </p:nvGrpSpPr>
        <p:grpSpPr>
          <a:xfrm>
            <a:off x="341314" y="311151"/>
            <a:ext cx="829170" cy="438358"/>
            <a:chOff x="609600" y="528537"/>
            <a:chExt cx="1444734" cy="763789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9" name="Rectangle 8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j-lt"/>
                <a:cs typeface="+mn-cs"/>
              </a:endParaRPr>
            </a:p>
          </p:txBody>
        </p:sp>
      </p:grpSp>
      <p:sp>
        <p:nvSpPr>
          <p:cNvPr id="23" name="Rectangle 22"/>
          <p:cNvSpPr/>
          <p:nvPr userDrawn="1"/>
        </p:nvSpPr>
        <p:spPr>
          <a:xfrm>
            <a:off x="0" y="6542088"/>
            <a:ext cx="9129713" cy="315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j-lt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195580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26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2ED0EBDC-940C-46E6-A618-A93E4DAEDA59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1236689"/>
            <a:ext cx="8112125" cy="2918779"/>
          </a:xfrm>
        </p:spPr>
        <p:txBody>
          <a:bodyPr/>
          <a:lstStyle>
            <a:lvl1pPr>
              <a:lnSpc>
                <a:spcPct val="90000"/>
              </a:lnSpc>
              <a:defRPr lang="en-US" sz="5400" b="0" kern="1200" spc="-20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83" y="4464068"/>
            <a:ext cx="8112126" cy="384175"/>
          </a:xfrm>
        </p:spPr>
        <p:txBody>
          <a:bodyPr anchor="b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0"/>
          </p:nvPr>
        </p:nvSpPr>
        <p:spPr>
          <a:xfrm>
            <a:off x="236383" y="4768852"/>
            <a:ext cx="8097838" cy="384175"/>
          </a:xfrm>
        </p:spPr>
        <p:txBody>
          <a:bodyPr/>
          <a:lstStyle>
            <a:lvl1pPr marL="0" indent="0">
              <a:buFontTx/>
              <a:buNone/>
              <a:defRPr lang="en-US" sz="18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236538" y="5232770"/>
            <a:ext cx="8112125" cy="384175"/>
          </a:xfrm>
        </p:spPr>
        <p:txBody>
          <a:bodyPr/>
          <a:lstStyle>
            <a:lvl1pPr marL="0" indent="0">
              <a:buFontTx/>
              <a:buNone/>
              <a:defRPr lang="en-US" sz="14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766830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/>
          <p:cNvSpPr/>
          <p:nvPr userDrawn="1"/>
        </p:nvSpPr>
        <p:spPr>
          <a:xfrm>
            <a:off x="1824038" y="-3570288"/>
            <a:ext cx="1728787" cy="140144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8" name="Rounded Rectangle 7"/>
          <p:cNvSpPr/>
          <p:nvPr userDrawn="1"/>
        </p:nvSpPr>
        <p:spPr>
          <a:xfrm>
            <a:off x="0" y="-638175"/>
            <a:ext cx="1730375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9" name="Rounded Rectangle 8"/>
          <p:cNvSpPr/>
          <p:nvPr userDrawn="1"/>
        </p:nvSpPr>
        <p:spPr>
          <a:xfrm rot="10800000">
            <a:off x="1014413" y="4248150"/>
            <a:ext cx="1728787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0" name="Rounded Rectangle 9"/>
          <p:cNvSpPr/>
          <p:nvPr userDrawn="1"/>
        </p:nvSpPr>
        <p:spPr>
          <a:xfrm>
            <a:off x="6584950" y="-2913063"/>
            <a:ext cx="1730375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1" name="Rounded Rectangle 10"/>
          <p:cNvSpPr/>
          <p:nvPr userDrawn="1"/>
        </p:nvSpPr>
        <p:spPr>
          <a:xfrm>
            <a:off x="8105775" y="5699125"/>
            <a:ext cx="1728788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2" name="Rounded Rectangle 11"/>
          <p:cNvSpPr/>
          <p:nvPr userDrawn="1"/>
        </p:nvSpPr>
        <p:spPr>
          <a:xfrm rot="10800000">
            <a:off x="3035300" y="1516063"/>
            <a:ext cx="1730375" cy="81486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3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chemeClr val="bg2"/>
                </a:solidFill>
              </a:rPr>
              <a:t>Cisco Confidential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FFFFFF"/>
                </a:solidFill>
              </a:rPr>
              <a:t>© 2010 Cisco and/or its affiliates. All rights reserved.</a:t>
            </a:r>
          </a:p>
        </p:txBody>
      </p:sp>
      <p:sp>
        <p:nvSpPr>
          <p:cNvPr id="15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C791B13C-7674-4C95-85F9-D3763700AD05}" type="slidenum">
              <a:rPr lang="en-US" sz="600">
                <a:solidFill>
                  <a:schemeClr val="bg1"/>
                </a:solidFill>
              </a:rPr>
              <a:pPr algn="r" defTabSz="814388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grpSp>
        <p:nvGrpSpPr>
          <p:cNvPr id="16" name="Group 38"/>
          <p:cNvGrpSpPr/>
          <p:nvPr userDrawn="1"/>
        </p:nvGrpSpPr>
        <p:grpSpPr>
          <a:xfrm>
            <a:off x="341314" y="311151"/>
            <a:ext cx="829170" cy="438358"/>
            <a:chOff x="609600" y="528537"/>
            <a:chExt cx="1444734" cy="763789"/>
          </a:xfrm>
          <a:solidFill>
            <a:schemeClr val="bg1"/>
          </a:solidFill>
        </p:grpSpPr>
        <p:sp>
          <p:nvSpPr>
            <p:cNvPr id="17" name="Rectangle 16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1236689"/>
            <a:ext cx="8112125" cy="2918779"/>
          </a:xfrm>
        </p:spPr>
        <p:txBody>
          <a:bodyPr/>
          <a:lstStyle>
            <a:lvl1pPr>
              <a:lnSpc>
                <a:spcPct val="90000"/>
              </a:lnSpc>
              <a:defRPr lang="en-US" sz="5400" b="0" kern="1200" spc="-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83" y="4464068"/>
            <a:ext cx="8112126" cy="384175"/>
          </a:xfrm>
        </p:spPr>
        <p:txBody>
          <a:bodyPr anchor="b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0"/>
          </p:nvPr>
        </p:nvSpPr>
        <p:spPr>
          <a:xfrm>
            <a:off x="236383" y="4768852"/>
            <a:ext cx="8097838" cy="384175"/>
          </a:xfrm>
        </p:spPr>
        <p:txBody>
          <a:bodyPr/>
          <a:lstStyle>
            <a:lvl1pPr marL="0" indent="0">
              <a:buFontTx/>
              <a:buNone/>
              <a:defRPr lang="en-US" sz="18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236538" y="5232770"/>
            <a:ext cx="8112125" cy="384175"/>
          </a:xfrm>
        </p:spPr>
        <p:txBody>
          <a:bodyPr/>
          <a:lstStyle>
            <a:lvl1pPr marL="0" indent="0">
              <a:buFontTx/>
              <a:buNone/>
              <a:defRPr lang="en-US" sz="14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818417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7778E-6 -2.22045E-16 L -2.77778E-6 -1.425 " pathEditMode="fixed" rAng="0" ptsTypes="AA">
                                      <p:cBhvr>
                                        <p:cTn id="6" dur="4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3.05556E-6 0.88611 " pathEditMode="fixed" rAng="0" ptsTypes="AA">
                                      <p:cBhvr>
                                        <p:cTn id="8" dur="4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3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2.5E-6 3.7037E-6 L -2.5E-6 -1.33195 " pathEditMode="fixed" rAng="0" ptsTypes="AA">
                                      <p:cBhvr>
                                        <p:cTn id="10" dur="4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1.94444E-6 4.07407E-6 L -1.94444E-6 -1.42084 " pathEditMode="fixed" rAng="0" ptsTypes="AA">
                                      <p:cBhvr>
                                        <p:cTn id="12" dur="4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0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94444E-6 4.07407E-6 L 1.94444E-6 0.81944 " pathEditMode="fixed" rAng="0" ptsTypes="AA">
                                      <p:cBhvr>
                                        <p:cTn id="14" dur="4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0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3.61111E-6 2.59259E-6 L -3.61111E-6 1.19028 " pathEditMode="fixed" rAng="0" ptsTypes="AA">
                                      <p:cBhvr>
                                        <p:cTn id="16" dur="4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0"/>
          <p:cNvGrpSpPr>
            <a:grpSpLocks/>
          </p:cNvGrpSpPr>
          <p:nvPr userDrawn="1"/>
        </p:nvGrpSpPr>
        <p:grpSpPr bwMode="auto">
          <a:xfrm>
            <a:off x="-12700" y="-2055813"/>
            <a:ext cx="9847263" cy="19378613"/>
            <a:chOff x="-12700" y="-2056029"/>
            <a:chExt cx="9847891" cy="19379146"/>
          </a:xfrm>
        </p:grpSpPr>
        <p:pic>
          <p:nvPicPr>
            <p:cNvPr id="7" name="Picture 2" descr="C:\Documents and Settings\contractor\Desktop\Blue_Green_Gradient.png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700" y="0"/>
              <a:ext cx="91567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ounded Rectangle 7"/>
            <p:cNvSpPr/>
            <p:nvPr userDrawn="1"/>
          </p:nvSpPr>
          <p:spPr>
            <a:xfrm>
              <a:off x="1824155" y="3308282"/>
              <a:ext cx="1728897" cy="1401483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  <a:alpha val="18000"/>
                  </a:schemeClr>
                </a:gs>
                <a:gs pos="100000">
                  <a:schemeClr val="accent1">
                    <a:shade val="100000"/>
                    <a:satMod val="115000"/>
                    <a:alpha val="2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9" name="Rounded Rectangle 8"/>
            <p:cNvSpPr/>
            <p:nvPr userDrawn="1"/>
          </p:nvSpPr>
          <p:spPr>
            <a:xfrm>
              <a:off x="1" y="1236538"/>
              <a:ext cx="1730485" cy="814886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  <a:alpha val="18000"/>
                  </a:schemeClr>
                </a:gs>
                <a:gs pos="100000">
                  <a:schemeClr val="accent1">
                    <a:shade val="100000"/>
                    <a:satMod val="115000"/>
                    <a:alpha val="2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10" name="Rounded Rectangle 9"/>
            <p:cNvSpPr/>
            <p:nvPr userDrawn="1"/>
          </p:nvSpPr>
          <p:spPr>
            <a:xfrm rot="10800000">
              <a:off x="1014479" y="4248107"/>
              <a:ext cx="1728897" cy="81488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57550">
                    <a:alpha val="46000"/>
                  </a:srgbClr>
                </a:gs>
                <a:gs pos="100000">
                  <a:schemeClr val="accent1">
                    <a:shade val="100000"/>
                    <a:satMod val="115000"/>
                    <a:alpha val="2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11" name="Rounded Rectangle 10"/>
            <p:cNvSpPr/>
            <p:nvPr userDrawn="1"/>
          </p:nvSpPr>
          <p:spPr>
            <a:xfrm>
              <a:off x="6585371" y="-2056029"/>
              <a:ext cx="1730485" cy="81488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>
                    <a:lumMod val="75000"/>
                    <a:alpha val="28000"/>
                  </a:schemeClr>
                </a:gs>
                <a:gs pos="100000">
                  <a:schemeClr val="accent4">
                    <a:lumMod val="75000"/>
                    <a:alpha val="29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8104706" y="2784392"/>
              <a:ext cx="1730485" cy="814727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>
                    <a:lumMod val="75000"/>
                    <a:alpha val="28000"/>
                  </a:schemeClr>
                </a:gs>
                <a:gs pos="100000">
                  <a:schemeClr val="accent4">
                    <a:lumMod val="75000"/>
                    <a:alpha val="29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  <p:sp>
          <p:nvSpPr>
            <p:cNvPr id="13" name="Rounded Rectangle 12"/>
            <p:cNvSpPr/>
            <p:nvPr userDrawn="1"/>
          </p:nvSpPr>
          <p:spPr>
            <a:xfrm rot="10800000">
              <a:off x="3035494" y="174470"/>
              <a:ext cx="1730485" cy="81488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57550">
                    <a:alpha val="46000"/>
                  </a:srgbClr>
                </a:gs>
                <a:gs pos="100000">
                  <a:schemeClr val="accent1">
                    <a:shade val="100000"/>
                    <a:satMod val="115000"/>
                    <a:alpha val="2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</a:endParaRPr>
            </a:p>
          </p:txBody>
        </p:sp>
      </p:grpSp>
      <p:sp>
        <p:nvSpPr>
          <p:cNvPr id="14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chemeClr val="bg2"/>
                </a:solidFill>
              </a:rPr>
              <a:t>Cisco Confidential</a:t>
            </a:r>
          </a:p>
        </p:txBody>
      </p:sp>
      <p:sp>
        <p:nvSpPr>
          <p:cNvPr id="15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FFFFFF"/>
                </a:solidFill>
              </a:rPr>
              <a:t>© 2010 Cisco and/or its affiliates. All rights reserved.</a:t>
            </a:r>
          </a:p>
        </p:txBody>
      </p:sp>
      <p:sp>
        <p:nvSpPr>
          <p:cNvPr id="16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7B3DE7FA-C5F3-4429-AA11-55953BB6D063}" type="slidenum">
              <a:rPr lang="en-US" sz="600">
                <a:solidFill>
                  <a:schemeClr val="bg1"/>
                </a:solidFill>
              </a:rPr>
              <a:pPr algn="r" defTabSz="814388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grpSp>
        <p:nvGrpSpPr>
          <p:cNvPr id="17" name="Group 38"/>
          <p:cNvGrpSpPr/>
          <p:nvPr userDrawn="1"/>
        </p:nvGrpSpPr>
        <p:grpSpPr>
          <a:xfrm>
            <a:off x="341314" y="311151"/>
            <a:ext cx="829170" cy="438358"/>
            <a:chOff x="609600" y="528537"/>
            <a:chExt cx="1444734" cy="763789"/>
          </a:xfrm>
          <a:solidFill>
            <a:schemeClr val="bg1"/>
          </a:solidFill>
        </p:grpSpPr>
        <p:sp>
          <p:nvSpPr>
            <p:cNvPr id="18" name="Rectangle 17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1236689"/>
            <a:ext cx="8112125" cy="2918779"/>
          </a:xfrm>
        </p:spPr>
        <p:txBody>
          <a:bodyPr/>
          <a:lstStyle>
            <a:lvl1pPr>
              <a:lnSpc>
                <a:spcPct val="90000"/>
              </a:lnSpc>
              <a:defRPr lang="en-US" sz="5400" b="0" kern="1200" spc="-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83" y="4464068"/>
            <a:ext cx="8112126" cy="384175"/>
          </a:xfrm>
        </p:spPr>
        <p:txBody>
          <a:bodyPr anchor="b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0"/>
          </p:nvPr>
        </p:nvSpPr>
        <p:spPr>
          <a:xfrm>
            <a:off x="236383" y="4768852"/>
            <a:ext cx="8097838" cy="384175"/>
          </a:xfrm>
        </p:spPr>
        <p:txBody>
          <a:bodyPr/>
          <a:lstStyle>
            <a:lvl1pPr marL="0" indent="0">
              <a:buFontTx/>
              <a:buNone/>
              <a:defRPr lang="en-US" sz="18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236538" y="5232770"/>
            <a:ext cx="8112125" cy="384175"/>
          </a:xfrm>
        </p:spPr>
        <p:txBody>
          <a:bodyPr/>
          <a:lstStyle>
            <a:lvl1pPr marL="0" indent="0">
              <a:buFontTx/>
              <a:buNone/>
              <a:defRPr lang="en-US" sz="1400" b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160601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Documents and Settings\contractor\Desktop\Pattern_Half_P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3101975"/>
            <a:ext cx="847725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217488" y="3021013"/>
            <a:ext cx="8694737" cy="335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601FEA59-71AF-4E8E-B78E-8E7AE62CFA80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pic>
        <p:nvPicPr>
          <p:cNvPr id="10" name="Picture 18" descr="bottom ba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399143"/>
            <a:ext cx="8112125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-15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543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1481E-6 L -1.94444E-6 -0.48102 " pathEditMode="relative" rAng="0" ptsTypes="AA">
                                      <p:cBhvr>
                                        <p:cTn id="6" dur="1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Documents and Settings\contractor\Desktop\Pattern_Half_P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3101975"/>
            <a:ext cx="847725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217488" y="3021013"/>
            <a:ext cx="8694737" cy="1757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2B896C21-5417-4E9F-A549-C056C1C2FCA4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pic>
        <p:nvPicPr>
          <p:cNvPr id="10" name="Picture 18" descr="bottom ba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393" y="1967967"/>
            <a:ext cx="8112125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-15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0291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44168"/>
            <a:ext cx="8578850" cy="4965192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0790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 noChangeAspect="1"/>
          </p:cNvSpPr>
          <p:nvPr>
            <p:ph type="body" sz="quarter" idx="10"/>
          </p:nvPr>
        </p:nvSpPr>
        <p:spPr>
          <a:xfrm>
            <a:off x="239713" y="1339745"/>
            <a:ext cx="4122425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894120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2568575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B2DA8266-8B41-4363-8B14-E87780AFC332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pic>
        <p:nvPicPr>
          <p:cNvPr id="9" name="Picture 14" descr="bottom ba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5221224" y="1747683"/>
            <a:ext cx="3236976" cy="646331"/>
          </a:xfrm>
        </p:spPr>
        <p:txBody>
          <a:bodyPr>
            <a:noAutofit/>
          </a:bodyPr>
          <a:lstStyle>
            <a:lvl1pPr marL="114300" indent="-1143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dirty="0" smtClean="0">
                <a:gradFill>
                  <a:gsLst>
                    <a:gs pos="0">
                      <a:schemeClr val="tx1"/>
                    </a:gs>
                    <a:gs pos="47000">
                      <a:schemeClr val="accent2"/>
                    </a:gs>
                    <a:gs pos="100000">
                      <a:schemeClr val="accent4"/>
                    </a:gs>
                  </a:gsLst>
                  <a:lin ang="3600000" scaled="0"/>
                </a:gradFill>
                <a:latin typeface="+mj-lt"/>
                <a:ea typeface="+mn-ea"/>
                <a:cs typeface="+mn-cs"/>
              </a:defRPr>
            </a:lvl1pPr>
            <a:lvl2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5334000" y="4876800"/>
            <a:ext cx="3200400" cy="4572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2391613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465935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2568575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1D9F7C58-E156-4262-9A7F-EDE14C26ECBB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pic>
        <p:nvPicPr>
          <p:cNvPr id="10" name="Picture 14" descr="bottom ba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295275"/>
            <a:ext cx="4123944" cy="838200"/>
          </a:xfrm>
        </p:spPr>
        <p:txBody>
          <a:bodyPr anchor="t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 smtClean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635000" indent="-228600">
              <a:buClr>
                <a:schemeClr val="accent5"/>
              </a:buClr>
              <a:buFont typeface="Arial" pitchFamily="34" charset="0"/>
              <a:buChar char="•"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635000" indent="-22860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Char char="•"/>
              <a:defRPr>
                <a:solidFill>
                  <a:schemeClr val="accent1"/>
                </a:solidFill>
                <a:latin typeface="+mj-lt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830903" y="295275"/>
            <a:ext cx="4132262" cy="838200"/>
          </a:xfrm>
        </p:spPr>
        <p:txBody>
          <a:bodyPr lIns="82296" rIns="82296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FontTx/>
              <a:buNone/>
              <a:defRPr lang="en-US" sz="3600" b="0" kern="1200" spc="-100" baseline="0" dirty="0" smtClean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6155776"/>
      </p:ext>
    </p:extLst>
  </p:cSld>
  <p:clrMapOvr>
    <a:masterClrMapping/>
  </p:clrMapOvr>
  <p:transition>
    <p:wipe dir="r"/>
  </p:transition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600200"/>
            <a:ext cx="2622550" cy="43910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600200"/>
            <a:ext cx="2593975" cy="4362450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300788" y="1600200"/>
            <a:ext cx="2633662" cy="4333875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100584"/>
            <a:ext cx="2670048" cy="1152144"/>
          </a:xfr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100584"/>
            <a:ext cx="2670048" cy="1152144"/>
          </a:xfr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73302" y="100584"/>
            <a:ext cx="2670048" cy="1152144"/>
          </a:xfr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5059770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rtlCol="0" anchor="ctr" anchorCtr="1">
            <a:noAutofit/>
          </a:bodyPr>
          <a:lstStyle>
            <a:lvl1pPr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49466" y="6062114"/>
            <a:ext cx="7461250" cy="276999"/>
          </a:xfrm>
        </p:spPr>
        <p:txBody>
          <a:bodyPr anchor="b">
            <a:no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148364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5430244"/>
            <a:ext cx="8558698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46888" y="1600200"/>
            <a:ext cx="4005072" cy="374904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3752" y="1947672"/>
            <a:ext cx="3429000" cy="2990088"/>
          </a:xfrm>
        </p:spPr>
        <p:txBody>
          <a:bodyPr rtlCol="0" anchor="ctr" anchorCtr="1">
            <a:noAutofit/>
          </a:bodyPr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3001807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5430244"/>
            <a:ext cx="8558698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393386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201" y="5842635"/>
            <a:ext cx="8112126" cy="384175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3363" indent="-233363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Arial" pitchFamily="34" charset="0"/>
              <a:buChar char="“"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254466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217488" y="6356350"/>
            <a:ext cx="8694737" cy="209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pic>
        <p:nvPicPr>
          <p:cNvPr id="6" name="Picture 5" descr="verticalba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5" y="777875"/>
            <a:ext cx="889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9702" y="1918741"/>
            <a:ext cx="4117446" cy="3020518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22519" y="310896"/>
            <a:ext cx="3895344" cy="620877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802666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9702" y="1918741"/>
            <a:ext cx="4117446" cy="3020518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22519" y="310896"/>
            <a:ext cx="3895344" cy="620877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6554218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8"/>
          <p:cNvGrpSpPr/>
          <p:nvPr userDrawn="1"/>
        </p:nvGrpSpPr>
        <p:grpSpPr>
          <a:xfrm>
            <a:off x="341313" y="311150"/>
            <a:ext cx="908367" cy="480227"/>
            <a:chOff x="609600" y="528537"/>
            <a:chExt cx="1444734" cy="763789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</p:grpSp>
      <p:sp>
        <p:nvSpPr>
          <p:cNvPr id="20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83" y="4279392"/>
            <a:ext cx="4684867" cy="384175"/>
          </a:xfrm>
        </p:spPr>
        <p:txBody>
          <a:bodyPr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693" y="3282696"/>
            <a:ext cx="4712557" cy="102235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/>
          </p:nvPr>
        </p:nvSpPr>
        <p:spPr>
          <a:xfrm>
            <a:off x="5540375" y="1917700"/>
            <a:ext cx="2676525" cy="2889250"/>
          </a:xfrm>
        </p:spPr>
        <p:txBody>
          <a:bodyPr rtlCol="0" anchor="ctr" anchorCtr="1">
            <a:noAutofit/>
          </a:bodyPr>
          <a:lstStyle>
            <a:lvl1pPr algn="ctr">
              <a:defRPr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5099206"/>
      </p:ext>
    </p:extLst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700" y="6142038"/>
            <a:ext cx="9156700" cy="715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2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/>
          <p:cNvSpPr/>
          <p:nvPr userDrawn="1"/>
        </p:nvSpPr>
        <p:spPr>
          <a:xfrm>
            <a:off x="1824038" y="-3578225"/>
            <a:ext cx="1728787" cy="140144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8" name="Rounded Rectangle 7"/>
          <p:cNvSpPr/>
          <p:nvPr userDrawn="1"/>
        </p:nvSpPr>
        <p:spPr>
          <a:xfrm>
            <a:off x="0" y="-644525"/>
            <a:ext cx="1730375" cy="8147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9" name="Rounded Rectangle 8"/>
          <p:cNvSpPr/>
          <p:nvPr userDrawn="1"/>
        </p:nvSpPr>
        <p:spPr>
          <a:xfrm rot="10800000">
            <a:off x="1014413" y="-644525"/>
            <a:ext cx="1728787" cy="8147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75400" y="1711325"/>
            <a:ext cx="1730375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05775" y="835025"/>
            <a:ext cx="1728788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 rot="10800000">
            <a:off x="3035300" y="-3378200"/>
            <a:ext cx="1730375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ltGray">
          <a:xfrm>
            <a:off x="7762875" y="6584950"/>
            <a:ext cx="81280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chemeClr val="bg1"/>
                </a:solidFill>
              </a:rPr>
              <a:t>Cisco Confidential</a:t>
            </a: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ltGray">
          <a:xfrm>
            <a:off x="7762875" y="6584950"/>
            <a:ext cx="81280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chemeClr val="bg1"/>
                </a:solidFill>
              </a:rPr>
              <a:t>Cisco Confidential</a:t>
            </a:r>
          </a:p>
        </p:txBody>
      </p:sp>
      <p:sp>
        <p:nvSpPr>
          <p:cNvPr id="15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FFFFFF"/>
                </a:solidFill>
              </a:rPr>
              <a:t>© 2010 Cisco and/or its affiliates. All rights reserved.</a:t>
            </a:r>
          </a:p>
        </p:txBody>
      </p:sp>
      <p:sp>
        <p:nvSpPr>
          <p:cNvPr id="16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D5919F04-2F82-4F91-895F-F9A569F73944}" type="slidenum">
              <a:rPr lang="en-US" sz="600">
                <a:solidFill>
                  <a:schemeClr val="bg1"/>
                </a:solidFill>
              </a:rPr>
              <a:pPr algn="r" defTabSz="814388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484632"/>
            <a:ext cx="8755128" cy="4372131"/>
          </a:xfrm>
        </p:spPr>
        <p:txBody>
          <a:bodyPr/>
          <a:lstStyle>
            <a:lvl1pPr marL="228600" indent="-228600">
              <a:buFont typeface="Arial" pitchFamily="34" charset="0"/>
              <a:buChar char="“"/>
              <a:defRPr sz="60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60248" y="5358903"/>
            <a:ext cx="8574685" cy="614362"/>
          </a:xfrm>
        </p:spPr>
        <p:txBody>
          <a:bodyPr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99052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92300" y="795338"/>
            <a:ext cx="5348288" cy="400526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892300" y="4794250"/>
            <a:ext cx="5346700" cy="996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</p:spPr>
        <p:txBody>
          <a:bodyPr rtlCol="0" anchor="ctr">
            <a:noAutofit/>
          </a:bodyPr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10038"/>
      </p:ext>
    </p:extLst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8138" y="311150"/>
            <a:ext cx="3273425" cy="2459038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3429000"/>
            <a:ext cx="7009298" cy="1421928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02206836"/>
      </p:ext>
    </p:extLst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92688" y="858838"/>
            <a:ext cx="3630612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Autofit/>
          </a:bodyPr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264906"/>
      </p:ext>
    </p:extLst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668713" y="311150"/>
            <a:ext cx="3268662" cy="266065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4963" y="311150"/>
            <a:ext cx="3259137" cy="266065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11988" y="311150"/>
            <a:ext cx="1806575" cy="1308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4963" y="3028950"/>
            <a:ext cx="2501900" cy="345916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11475" y="3028950"/>
            <a:ext cx="4025900" cy="345916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11988" y="1684338"/>
            <a:ext cx="1806575" cy="34417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1988" y="5183188"/>
            <a:ext cx="1806575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854023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8138" y="311150"/>
            <a:ext cx="8477250" cy="607536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11" descr="bottom ba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5400"/>
            <a:ext cx="84772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2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8" name="Rectangle 14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599B470A-F7DC-4E97-BE59-5D60FC858D6C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33375" y="310896"/>
            <a:ext cx="8474869" cy="6054185"/>
          </a:xfrm>
          <a:ln>
            <a:solidFill>
              <a:schemeClr val="bg2"/>
            </a:solidFill>
          </a:ln>
        </p:spPr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0609197"/>
      </p:ext>
    </p:extLst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 rtlCol="0"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3245069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3" cstate="print">
              <a:alphaModFix amt="2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grpSp>
        <p:nvGrpSpPr>
          <p:cNvPr id="5" name="Group 3"/>
          <p:cNvGrpSpPr/>
          <p:nvPr userDrawn="1"/>
        </p:nvGrpSpPr>
        <p:grpSpPr>
          <a:xfrm>
            <a:off x="341314" y="6124575"/>
            <a:ext cx="787133" cy="416134"/>
            <a:chOff x="609600" y="528537"/>
            <a:chExt cx="1444734" cy="763789"/>
          </a:xfrm>
          <a:solidFill>
            <a:schemeClr val="bg1"/>
          </a:soli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j-lt"/>
                <a:cs typeface="+mn-cs"/>
              </a:endParaRPr>
            </a:p>
          </p:txBody>
        </p:sp>
      </p:grpSp>
      <p:sp>
        <p:nvSpPr>
          <p:cNvPr id="21" name="Media Placeholder 20"/>
          <p:cNvSpPr>
            <a:spLocks noGrp="1"/>
          </p:cNvSpPr>
          <p:nvPr>
            <p:ph type="media" sz="quarter" idx="10"/>
          </p:nvPr>
        </p:nvSpPr>
        <p:spPr>
          <a:xfrm>
            <a:off x="2639917" y="778669"/>
            <a:ext cx="5897880" cy="4425696"/>
          </a:xfrm>
          <a:solidFill>
            <a:schemeClr val="tx1">
              <a:lumMod val="50000"/>
            </a:schemeClr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3328115"/>
      </p:ext>
    </p:extLst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250461"/>
      </p:ext>
    </p:extLst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3" name="Rectangle 11"/>
          <p:cNvSpPr>
            <a:spLocks noChangeArrowheads="1"/>
          </p:cNvSpPr>
          <p:nvPr userDrawn="1"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CE43900E-0221-4A70-97D8-EA9DC3235C53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21100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black">
          <a:xfrm>
            <a:off x="4373563" y="5845175"/>
            <a:ext cx="41275" cy="157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solidFill>
                <a:srgbClr val="0096D6"/>
              </a:solidFill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black">
          <a:xfrm>
            <a:off x="4614863" y="5840413"/>
            <a:ext cx="120650" cy="165100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200525" y="5840413"/>
            <a:ext cx="119063" cy="165100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black">
          <a:xfrm>
            <a:off x="4778375" y="5840413"/>
            <a:ext cx="165100" cy="165100"/>
          </a:xfrm>
          <a:custGeom>
            <a:avLst/>
            <a:gdLst>
              <a:gd name="T0" fmla="*/ 2147483647 w 80"/>
              <a:gd name="T1" fmla="*/ 2147483647 h 80"/>
              <a:gd name="T2" fmla="*/ 2147483647 w 80"/>
              <a:gd name="T3" fmla="*/ 2147483647 h 80"/>
              <a:gd name="T4" fmla="*/ 0 w 80"/>
              <a:gd name="T5" fmla="*/ 2147483647 h 80"/>
              <a:gd name="T6" fmla="*/ 2147483647 w 80"/>
              <a:gd name="T7" fmla="*/ 0 h 80"/>
              <a:gd name="T8" fmla="*/ 2147483647 w 80"/>
              <a:gd name="T9" fmla="*/ 2147483647 h 80"/>
              <a:gd name="T10" fmla="*/ 2147483647 w 80"/>
              <a:gd name="T11" fmla="*/ 2147483647 h 80"/>
              <a:gd name="T12" fmla="*/ 2147483647 w 80"/>
              <a:gd name="T13" fmla="*/ 2147483647 h 80"/>
              <a:gd name="T14" fmla="*/ 2147483647 w 80"/>
              <a:gd name="T15" fmla="*/ 2147483647 h 80"/>
              <a:gd name="T16" fmla="*/ 2147483647 w 80"/>
              <a:gd name="T17" fmla="*/ 2147483647 h 80"/>
              <a:gd name="T18" fmla="*/ 2147483647 w 80"/>
              <a:gd name="T19" fmla="*/ 2147483647 h 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black">
          <a:xfrm>
            <a:off x="4468813" y="5840413"/>
            <a:ext cx="107950" cy="165100"/>
          </a:xfrm>
          <a:custGeom>
            <a:avLst/>
            <a:gdLst>
              <a:gd name="T0" fmla="*/ 2147483647 w 52"/>
              <a:gd name="T1" fmla="*/ 2147483647 h 80"/>
              <a:gd name="T2" fmla="*/ 2147483647 w 52"/>
              <a:gd name="T3" fmla="*/ 2147483647 h 80"/>
              <a:gd name="T4" fmla="*/ 2147483647 w 52"/>
              <a:gd name="T5" fmla="*/ 2147483647 h 80"/>
              <a:gd name="T6" fmla="*/ 2147483647 w 52"/>
              <a:gd name="T7" fmla="*/ 2147483647 h 80"/>
              <a:gd name="T8" fmla="*/ 2147483647 w 52"/>
              <a:gd name="T9" fmla="*/ 2147483647 h 80"/>
              <a:gd name="T10" fmla="*/ 2147483647 w 52"/>
              <a:gd name="T11" fmla="*/ 2147483647 h 80"/>
              <a:gd name="T12" fmla="*/ 2147483647 w 52"/>
              <a:gd name="T13" fmla="*/ 2147483647 h 80"/>
              <a:gd name="T14" fmla="*/ 0 w 52"/>
              <a:gd name="T15" fmla="*/ 2147483647 h 80"/>
              <a:gd name="T16" fmla="*/ 0 w 52"/>
              <a:gd name="T17" fmla="*/ 2147483647 h 80"/>
              <a:gd name="T18" fmla="*/ 2147483647 w 52"/>
              <a:gd name="T19" fmla="*/ 2147483647 h 80"/>
              <a:gd name="T20" fmla="*/ 2147483647 w 52"/>
              <a:gd name="T21" fmla="*/ 2147483647 h 80"/>
              <a:gd name="T22" fmla="*/ 2147483647 w 52"/>
              <a:gd name="T23" fmla="*/ 2147483647 h 80"/>
              <a:gd name="T24" fmla="*/ 2147483647 w 52"/>
              <a:gd name="T25" fmla="*/ 2147483647 h 80"/>
              <a:gd name="T26" fmla="*/ 0 w 52"/>
              <a:gd name="T27" fmla="*/ 2147483647 h 80"/>
              <a:gd name="T28" fmla="*/ 2147483647 w 52"/>
              <a:gd name="T29" fmla="*/ 0 h 80"/>
              <a:gd name="T30" fmla="*/ 2147483647 w 52"/>
              <a:gd name="T31" fmla="*/ 2147483647 h 80"/>
              <a:gd name="T32" fmla="*/ 2147483647 w 52"/>
              <a:gd name="T33" fmla="*/ 2147483647 h 8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117975" y="5654675"/>
            <a:ext cx="38100" cy="8096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227513" y="5600700"/>
            <a:ext cx="38100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335463" y="5526088"/>
            <a:ext cx="38100" cy="24765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443413" y="5600700"/>
            <a:ext cx="39687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551363" y="5654675"/>
            <a:ext cx="41275" cy="80963"/>
          </a:xfrm>
          <a:custGeom>
            <a:avLst/>
            <a:gdLst>
              <a:gd name="T0" fmla="*/ 2147483647 w 20"/>
              <a:gd name="T1" fmla="*/ 2147483647 h 39"/>
              <a:gd name="T2" fmla="*/ 2147483647 w 20"/>
              <a:gd name="T3" fmla="*/ 0 h 39"/>
              <a:gd name="T4" fmla="*/ 0 w 20"/>
              <a:gd name="T5" fmla="*/ 2147483647 h 39"/>
              <a:gd name="T6" fmla="*/ 0 w 20"/>
              <a:gd name="T7" fmla="*/ 2147483647 h 39"/>
              <a:gd name="T8" fmla="*/ 2147483647 w 20"/>
              <a:gd name="T9" fmla="*/ 2147483647 h 39"/>
              <a:gd name="T10" fmla="*/ 2147483647 w 20"/>
              <a:gd name="T11" fmla="*/ 2147483647 h 39"/>
              <a:gd name="T12" fmla="*/ 2147483647 w 20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black">
          <a:xfrm>
            <a:off x="4660900" y="5600700"/>
            <a:ext cx="39688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770438" y="5526088"/>
            <a:ext cx="39687" cy="24765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876800" y="5600700"/>
            <a:ext cx="39688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986338" y="5654675"/>
            <a:ext cx="39687" cy="8096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525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green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9156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 userDrawn="1"/>
        </p:nvSpPr>
        <p:spPr bwMode="black">
          <a:xfrm>
            <a:off x="6313488" y="3708400"/>
            <a:ext cx="115887" cy="441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solidFill>
                <a:srgbClr val="0096D6"/>
              </a:solidFill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black">
          <a:xfrm>
            <a:off x="6992938" y="3697288"/>
            <a:ext cx="336550" cy="466725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5824538" y="3697288"/>
            <a:ext cx="338137" cy="466725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black">
          <a:xfrm>
            <a:off x="7451725" y="3697288"/>
            <a:ext cx="463550" cy="466725"/>
          </a:xfrm>
          <a:custGeom>
            <a:avLst/>
            <a:gdLst>
              <a:gd name="T0" fmla="*/ 2147483647 w 80"/>
              <a:gd name="T1" fmla="*/ 2147483647 h 80"/>
              <a:gd name="T2" fmla="*/ 2147483647 w 80"/>
              <a:gd name="T3" fmla="*/ 2147483647 h 80"/>
              <a:gd name="T4" fmla="*/ 0 w 80"/>
              <a:gd name="T5" fmla="*/ 2147483647 h 80"/>
              <a:gd name="T6" fmla="*/ 2147483647 w 80"/>
              <a:gd name="T7" fmla="*/ 0 h 80"/>
              <a:gd name="T8" fmla="*/ 2147483647 w 80"/>
              <a:gd name="T9" fmla="*/ 2147483647 h 80"/>
              <a:gd name="T10" fmla="*/ 2147483647 w 80"/>
              <a:gd name="T11" fmla="*/ 2147483647 h 80"/>
              <a:gd name="T12" fmla="*/ 2147483647 w 80"/>
              <a:gd name="T13" fmla="*/ 2147483647 h 80"/>
              <a:gd name="T14" fmla="*/ 2147483647 w 80"/>
              <a:gd name="T15" fmla="*/ 2147483647 h 80"/>
              <a:gd name="T16" fmla="*/ 2147483647 w 80"/>
              <a:gd name="T17" fmla="*/ 2147483647 h 80"/>
              <a:gd name="T18" fmla="*/ 2147483647 w 80"/>
              <a:gd name="T19" fmla="*/ 2147483647 h 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black">
          <a:xfrm>
            <a:off x="6580188" y="3697288"/>
            <a:ext cx="301625" cy="466725"/>
          </a:xfrm>
          <a:custGeom>
            <a:avLst/>
            <a:gdLst>
              <a:gd name="T0" fmla="*/ 2147483647 w 52"/>
              <a:gd name="T1" fmla="*/ 2147483647 h 80"/>
              <a:gd name="T2" fmla="*/ 2147483647 w 52"/>
              <a:gd name="T3" fmla="*/ 2147483647 h 80"/>
              <a:gd name="T4" fmla="*/ 2147483647 w 52"/>
              <a:gd name="T5" fmla="*/ 2147483647 h 80"/>
              <a:gd name="T6" fmla="*/ 2147483647 w 52"/>
              <a:gd name="T7" fmla="*/ 2147483647 h 80"/>
              <a:gd name="T8" fmla="*/ 2147483647 w 52"/>
              <a:gd name="T9" fmla="*/ 2147483647 h 80"/>
              <a:gd name="T10" fmla="*/ 2147483647 w 52"/>
              <a:gd name="T11" fmla="*/ 2147483647 h 80"/>
              <a:gd name="T12" fmla="*/ 2147483647 w 52"/>
              <a:gd name="T13" fmla="*/ 2147483647 h 80"/>
              <a:gd name="T14" fmla="*/ 0 w 52"/>
              <a:gd name="T15" fmla="*/ 2147483647 h 80"/>
              <a:gd name="T16" fmla="*/ 0 w 52"/>
              <a:gd name="T17" fmla="*/ 2147483647 h 80"/>
              <a:gd name="T18" fmla="*/ 2147483647 w 52"/>
              <a:gd name="T19" fmla="*/ 2147483647 h 80"/>
              <a:gd name="T20" fmla="*/ 2147483647 w 52"/>
              <a:gd name="T21" fmla="*/ 2147483647 h 80"/>
              <a:gd name="T22" fmla="*/ 2147483647 w 52"/>
              <a:gd name="T23" fmla="*/ 2147483647 h 80"/>
              <a:gd name="T24" fmla="*/ 2147483647 w 52"/>
              <a:gd name="T25" fmla="*/ 2147483647 h 80"/>
              <a:gd name="T26" fmla="*/ 0 w 52"/>
              <a:gd name="T27" fmla="*/ 2147483647 h 80"/>
              <a:gd name="T28" fmla="*/ 2147483647 w 52"/>
              <a:gd name="T29" fmla="*/ 0 h 80"/>
              <a:gd name="T30" fmla="*/ 2147483647 w 52"/>
              <a:gd name="T31" fmla="*/ 2147483647 h 80"/>
              <a:gd name="T32" fmla="*/ 2147483647 w 52"/>
              <a:gd name="T33" fmla="*/ 2147483647 h 8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5592763" y="3082925"/>
            <a:ext cx="109537" cy="22701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5900738" y="2930525"/>
            <a:ext cx="109537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6202363" y="2720975"/>
            <a:ext cx="111125" cy="69850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65103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6811963" y="3082925"/>
            <a:ext cx="115887" cy="227013"/>
          </a:xfrm>
          <a:custGeom>
            <a:avLst/>
            <a:gdLst>
              <a:gd name="T0" fmla="*/ 2147483647 w 20"/>
              <a:gd name="T1" fmla="*/ 2147483647 h 39"/>
              <a:gd name="T2" fmla="*/ 2147483647 w 20"/>
              <a:gd name="T3" fmla="*/ 0 h 39"/>
              <a:gd name="T4" fmla="*/ 0 w 20"/>
              <a:gd name="T5" fmla="*/ 2147483647 h 39"/>
              <a:gd name="T6" fmla="*/ 0 w 20"/>
              <a:gd name="T7" fmla="*/ 2147483647 h 39"/>
              <a:gd name="T8" fmla="*/ 2147483647 w 20"/>
              <a:gd name="T9" fmla="*/ 2147483647 h 39"/>
              <a:gd name="T10" fmla="*/ 2147483647 w 20"/>
              <a:gd name="T11" fmla="*/ 2147483647 h 39"/>
              <a:gd name="T12" fmla="*/ 2147483647 w 20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black">
          <a:xfrm>
            <a:off x="71199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7427913" y="2720975"/>
            <a:ext cx="111125" cy="69850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77295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8037513" y="3082925"/>
            <a:ext cx="111125" cy="22701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 userDrawn="1"/>
        </p:nvSpPr>
        <p:spPr bwMode="auto">
          <a:xfrm>
            <a:off x="644525" y="3060700"/>
            <a:ext cx="2436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3600" smtClean="0">
                <a:solidFill>
                  <a:srgbClr val="FFFFFF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83824617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lex_Gradient7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" r="1443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black">
          <a:xfrm>
            <a:off x="4373563" y="5845175"/>
            <a:ext cx="41275" cy="157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solidFill>
                <a:srgbClr val="0096D6"/>
              </a:solidFill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black">
          <a:xfrm>
            <a:off x="4614863" y="5840413"/>
            <a:ext cx="120650" cy="165100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200525" y="5840413"/>
            <a:ext cx="119063" cy="165100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black">
          <a:xfrm>
            <a:off x="4778375" y="5840413"/>
            <a:ext cx="165100" cy="165100"/>
          </a:xfrm>
          <a:custGeom>
            <a:avLst/>
            <a:gdLst>
              <a:gd name="T0" fmla="*/ 2147483647 w 80"/>
              <a:gd name="T1" fmla="*/ 2147483647 h 80"/>
              <a:gd name="T2" fmla="*/ 2147483647 w 80"/>
              <a:gd name="T3" fmla="*/ 2147483647 h 80"/>
              <a:gd name="T4" fmla="*/ 0 w 80"/>
              <a:gd name="T5" fmla="*/ 2147483647 h 80"/>
              <a:gd name="T6" fmla="*/ 2147483647 w 80"/>
              <a:gd name="T7" fmla="*/ 0 h 80"/>
              <a:gd name="T8" fmla="*/ 2147483647 w 80"/>
              <a:gd name="T9" fmla="*/ 2147483647 h 80"/>
              <a:gd name="T10" fmla="*/ 2147483647 w 80"/>
              <a:gd name="T11" fmla="*/ 2147483647 h 80"/>
              <a:gd name="T12" fmla="*/ 2147483647 w 80"/>
              <a:gd name="T13" fmla="*/ 2147483647 h 80"/>
              <a:gd name="T14" fmla="*/ 2147483647 w 80"/>
              <a:gd name="T15" fmla="*/ 2147483647 h 80"/>
              <a:gd name="T16" fmla="*/ 2147483647 w 80"/>
              <a:gd name="T17" fmla="*/ 2147483647 h 80"/>
              <a:gd name="T18" fmla="*/ 2147483647 w 80"/>
              <a:gd name="T19" fmla="*/ 2147483647 h 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black">
          <a:xfrm>
            <a:off x="4468813" y="5840413"/>
            <a:ext cx="107950" cy="165100"/>
          </a:xfrm>
          <a:custGeom>
            <a:avLst/>
            <a:gdLst>
              <a:gd name="T0" fmla="*/ 2147483647 w 52"/>
              <a:gd name="T1" fmla="*/ 2147483647 h 80"/>
              <a:gd name="T2" fmla="*/ 2147483647 w 52"/>
              <a:gd name="T3" fmla="*/ 2147483647 h 80"/>
              <a:gd name="T4" fmla="*/ 2147483647 w 52"/>
              <a:gd name="T5" fmla="*/ 2147483647 h 80"/>
              <a:gd name="T6" fmla="*/ 2147483647 w 52"/>
              <a:gd name="T7" fmla="*/ 2147483647 h 80"/>
              <a:gd name="T8" fmla="*/ 2147483647 w 52"/>
              <a:gd name="T9" fmla="*/ 2147483647 h 80"/>
              <a:gd name="T10" fmla="*/ 2147483647 w 52"/>
              <a:gd name="T11" fmla="*/ 2147483647 h 80"/>
              <a:gd name="T12" fmla="*/ 2147483647 w 52"/>
              <a:gd name="T13" fmla="*/ 2147483647 h 80"/>
              <a:gd name="T14" fmla="*/ 0 w 52"/>
              <a:gd name="T15" fmla="*/ 2147483647 h 80"/>
              <a:gd name="T16" fmla="*/ 0 w 52"/>
              <a:gd name="T17" fmla="*/ 2147483647 h 80"/>
              <a:gd name="T18" fmla="*/ 2147483647 w 52"/>
              <a:gd name="T19" fmla="*/ 2147483647 h 80"/>
              <a:gd name="T20" fmla="*/ 2147483647 w 52"/>
              <a:gd name="T21" fmla="*/ 2147483647 h 80"/>
              <a:gd name="T22" fmla="*/ 2147483647 w 52"/>
              <a:gd name="T23" fmla="*/ 2147483647 h 80"/>
              <a:gd name="T24" fmla="*/ 2147483647 w 52"/>
              <a:gd name="T25" fmla="*/ 2147483647 h 80"/>
              <a:gd name="T26" fmla="*/ 0 w 52"/>
              <a:gd name="T27" fmla="*/ 2147483647 h 80"/>
              <a:gd name="T28" fmla="*/ 2147483647 w 52"/>
              <a:gd name="T29" fmla="*/ 0 h 80"/>
              <a:gd name="T30" fmla="*/ 2147483647 w 52"/>
              <a:gd name="T31" fmla="*/ 2147483647 h 80"/>
              <a:gd name="T32" fmla="*/ 2147483647 w 52"/>
              <a:gd name="T33" fmla="*/ 2147483647 h 8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117975" y="5654675"/>
            <a:ext cx="38100" cy="8096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227513" y="5600700"/>
            <a:ext cx="38100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335463" y="5526088"/>
            <a:ext cx="38100" cy="24765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443413" y="5600700"/>
            <a:ext cx="39687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551363" y="5654675"/>
            <a:ext cx="41275" cy="80963"/>
          </a:xfrm>
          <a:custGeom>
            <a:avLst/>
            <a:gdLst>
              <a:gd name="T0" fmla="*/ 2147483647 w 20"/>
              <a:gd name="T1" fmla="*/ 2147483647 h 39"/>
              <a:gd name="T2" fmla="*/ 2147483647 w 20"/>
              <a:gd name="T3" fmla="*/ 0 h 39"/>
              <a:gd name="T4" fmla="*/ 0 w 20"/>
              <a:gd name="T5" fmla="*/ 2147483647 h 39"/>
              <a:gd name="T6" fmla="*/ 0 w 20"/>
              <a:gd name="T7" fmla="*/ 2147483647 h 39"/>
              <a:gd name="T8" fmla="*/ 2147483647 w 20"/>
              <a:gd name="T9" fmla="*/ 2147483647 h 39"/>
              <a:gd name="T10" fmla="*/ 2147483647 w 20"/>
              <a:gd name="T11" fmla="*/ 2147483647 h 39"/>
              <a:gd name="T12" fmla="*/ 2147483647 w 20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black">
          <a:xfrm>
            <a:off x="4660900" y="5600700"/>
            <a:ext cx="39688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770438" y="5526088"/>
            <a:ext cx="39687" cy="24765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876800" y="5600700"/>
            <a:ext cx="39688" cy="134938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986338" y="5654675"/>
            <a:ext cx="39687" cy="8096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8233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lex_Gradient7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" r="1443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644525" y="3060700"/>
            <a:ext cx="2436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3600" smtClean="0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6313488" y="3708400"/>
            <a:ext cx="115887" cy="441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solidFill>
                <a:srgbClr val="0096D6"/>
              </a:solidFill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6992938" y="3697288"/>
            <a:ext cx="336550" cy="466725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/>
          </p:cNvSpPr>
          <p:nvPr userDrawn="1"/>
        </p:nvSpPr>
        <p:spPr bwMode="black">
          <a:xfrm>
            <a:off x="5824538" y="3697288"/>
            <a:ext cx="338137" cy="466725"/>
          </a:xfrm>
          <a:custGeom>
            <a:avLst/>
            <a:gdLst>
              <a:gd name="T0" fmla="*/ 2147483647 w 58"/>
              <a:gd name="T1" fmla="*/ 2147483647 h 80"/>
              <a:gd name="T2" fmla="*/ 2147483647 w 58"/>
              <a:gd name="T3" fmla="*/ 2147483647 h 80"/>
              <a:gd name="T4" fmla="*/ 2147483647 w 58"/>
              <a:gd name="T5" fmla="*/ 2147483647 h 80"/>
              <a:gd name="T6" fmla="*/ 2147483647 w 58"/>
              <a:gd name="T7" fmla="*/ 2147483647 h 80"/>
              <a:gd name="T8" fmla="*/ 2147483647 w 58"/>
              <a:gd name="T9" fmla="*/ 2147483647 h 80"/>
              <a:gd name="T10" fmla="*/ 2147483647 w 58"/>
              <a:gd name="T11" fmla="*/ 2147483647 h 80"/>
              <a:gd name="T12" fmla="*/ 2147483647 w 58"/>
              <a:gd name="T13" fmla="*/ 2147483647 h 80"/>
              <a:gd name="T14" fmla="*/ 0 w 58"/>
              <a:gd name="T15" fmla="*/ 2147483647 h 80"/>
              <a:gd name="T16" fmla="*/ 2147483647 w 58"/>
              <a:gd name="T17" fmla="*/ 0 h 80"/>
              <a:gd name="T18" fmla="*/ 2147483647 w 58"/>
              <a:gd name="T19" fmla="*/ 2147483647 h 80"/>
              <a:gd name="T20" fmla="*/ 2147483647 w 58"/>
              <a:gd name="T21" fmla="*/ 2147483647 h 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>
            <a:spLocks noEditPoints="1"/>
          </p:cNvSpPr>
          <p:nvPr/>
        </p:nvSpPr>
        <p:spPr bwMode="black">
          <a:xfrm>
            <a:off x="7451725" y="3697288"/>
            <a:ext cx="463550" cy="466725"/>
          </a:xfrm>
          <a:custGeom>
            <a:avLst/>
            <a:gdLst>
              <a:gd name="T0" fmla="*/ 2147483647 w 80"/>
              <a:gd name="T1" fmla="*/ 2147483647 h 80"/>
              <a:gd name="T2" fmla="*/ 2147483647 w 80"/>
              <a:gd name="T3" fmla="*/ 2147483647 h 80"/>
              <a:gd name="T4" fmla="*/ 0 w 80"/>
              <a:gd name="T5" fmla="*/ 2147483647 h 80"/>
              <a:gd name="T6" fmla="*/ 2147483647 w 80"/>
              <a:gd name="T7" fmla="*/ 0 h 80"/>
              <a:gd name="T8" fmla="*/ 2147483647 w 80"/>
              <a:gd name="T9" fmla="*/ 2147483647 h 80"/>
              <a:gd name="T10" fmla="*/ 2147483647 w 80"/>
              <a:gd name="T11" fmla="*/ 2147483647 h 80"/>
              <a:gd name="T12" fmla="*/ 2147483647 w 80"/>
              <a:gd name="T13" fmla="*/ 2147483647 h 80"/>
              <a:gd name="T14" fmla="*/ 2147483647 w 80"/>
              <a:gd name="T15" fmla="*/ 2147483647 h 80"/>
              <a:gd name="T16" fmla="*/ 2147483647 w 80"/>
              <a:gd name="T17" fmla="*/ 2147483647 h 80"/>
              <a:gd name="T18" fmla="*/ 2147483647 w 80"/>
              <a:gd name="T19" fmla="*/ 2147483647 h 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6580188" y="3697288"/>
            <a:ext cx="301625" cy="466725"/>
          </a:xfrm>
          <a:custGeom>
            <a:avLst/>
            <a:gdLst>
              <a:gd name="T0" fmla="*/ 2147483647 w 52"/>
              <a:gd name="T1" fmla="*/ 2147483647 h 80"/>
              <a:gd name="T2" fmla="*/ 2147483647 w 52"/>
              <a:gd name="T3" fmla="*/ 2147483647 h 80"/>
              <a:gd name="T4" fmla="*/ 2147483647 w 52"/>
              <a:gd name="T5" fmla="*/ 2147483647 h 80"/>
              <a:gd name="T6" fmla="*/ 2147483647 w 52"/>
              <a:gd name="T7" fmla="*/ 2147483647 h 80"/>
              <a:gd name="T8" fmla="*/ 2147483647 w 52"/>
              <a:gd name="T9" fmla="*/ 2147483647 h 80"/>
              <a:gd name="T10" fmla="*/ 2147483647 w 52"/>
              <a:gd name="T11" fmla="*/ 2147483647 h 80"/>
              <a:gd name="T12" fmla="*/ 2147483647 w 52"/>
              <a:gd name="T13" fmla="*/ 2147483647 h 80"/>
              <a:gd name="T14" fmla="*/ 0 w 52"/>
              <a:gd name="T15" fmla="*/ 2147483647 h 80"/>
              <a:gd name="T16" fmla="*/ 0 w 52"/>
              <a:gd name="T17" fmla="*/ 2147483647 h 80"/>
              <a:gd name="T18" fmla="*/ 2147483647 w 52"/>
              <a:gd name="T19" fmla="*/ 2147483647 h 80"/>
              <a:gd name="T20" fmla="*/ 2147483647 w 52"/>
              <a:gd name="T21" fmla="*/ 2147483647 h 80"/>
              <a:gd name="T22" fmla="*/ 2147483647 w 52"/>
              <a:gd name="T23" fmla="*/ 2147483647 h 80"/>
              <a:gd name="T24" fmla="*/ 2147483647 w 52"/>
              <a:gd name="T25" fmla="*/ 2147483647 h 80"/>
              <a:gd name="T26" fmla="*/ 0 w 52"/>
              <a:gd name="T27" fmla="*/ 2147483647 h 80"/>
              <a:gd name="T28" fmla="*/ 2147483647 w 52"/>
              <a:gd name="T29" fmla="*/ 0 h 80"/>
              <a:gd name="T30" fmla="*/ 2147483647 w 52"/>
              <a:gd name="T31" fmla="*/ 2147483647 h 80"/>
              <a:gd name="T32" fmla="*/ 2147483647 w 52"/>
              <a:gd name="T33" fmla="*/ 2147483647 h 8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5592763" y="3082925"/>
            <a:ext cx="109537" cy="22701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5900738" y="2930525"/>
            <a:ext cx="109537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6202363" y="2720975"/>
            <a:ext cx="111125" cy="69850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65103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black">
          <a:xfrm>
            <a:off x="6811963" y="3082925"/>
            <a:ext cx="115887" cy="227013"/>
          </a:xfrm>
          <a:custGeom>
            <a:avLst/>
            <a:gdLst>
              <a:gd name="T0" fmla="*/ 2147483647 w 20"/>
              <a:gd name="T1" fmla="*/ 2147483647 h 39"/>
              <a:gd name="T2" fmla="*/ 2147483647 w 20"/>
              <a:gd name="T3" fmla="*/ 0 h 39"/>
              <a:gd name="T4" fmla="*/ 0 w 20"/>
              <a:gd name="T5" fmla="*/ 2147483647 h 39"/>
              <a:gd name="T6" fmla="*/ 0 w 20"/>
              <a:gd name="T7" fmla="*/ 2147483647 h 39"/>
              <a:gd name="T8" fmla="*/ 2147483647 w 20"/>
              <a:gd name="T9" fmla="*/ 2147483647 h 39"/>
              <a:gd name="T10" fmla="*/ 2147483647 w 20"/>
              <a:gd name="T11" fmla="*/ 2147483647 h 39"/>
              <a:gd name="T12" fmla="*/ 2147483647 w 20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71199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7427913" y="2720975"/>
            <a:ext cx="111125" cy="698500"/>
          </a:xfrm>
          <a:custGeom>
            <a:avLst/>
            <a:gdLst>
              <a:gd name="T0" fmla="*/ 2147483647 w 19"/>
              <a:gd name="T1" fmla="*/ 2147483647 h 120"/>
              <a:gd name="T2" fmla="*/ 2147483647 w 19"/>
              <a:gd name="T3" fmla="*/ 0 h 120"/>
              <a:gd name="T4" fmla="*/ 0 w 19"/>
              <a:gd name="T5" fmla="*/ 2147483647 h 120"/>
              <a:gd name="T6" fmla="*/ 0 w 19"/>
              <a:gd name="T7" fmla="*/ 2147483647 h 120"/>
              <a:gd name="T8" fmla="*/ 2147483647 w 19"/>
              <a:gd name="T9" fmla="*/ 2147483647 h 120"/>
              <a:gd name="T10" fmla="*/ 2147483647 w 19"/>
              <a:gd name="T11" fmla="*/ 2147483647 h 120"/>
              <a:gd name="T12" fmla="*/ 2147483647 w 19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7729538" y="2930525"/>
            <a:ext cx="111125" cy="379413"/>
          </a:xfrm>
          <a:custGeom>
            <a:avLst/>
            <a:gdLst>
              <a:gd name="T0" fmla="*/ 2147483647 w 19"/>
              <a:gd name="T1" fmla="*/ 2147483647 h 65"/>
              <a:gd name="T2" fmla="*/ 2147483647 w 19"/>
              <a:gd name="T3" fmla="*/ 0 h 65"/>
              <a:gd name="T4" fmla="*/ 0 w 19"/>
              <a:gd name="T5" fmla="*/ 2147483647 h 65"/>
              <a:gd name="T6" fmla="*/ 0 w 19"/>
              <a:gd name="T7" fmla="*/ 2147483647 h 65"/>
              <a:gd name="T8" fmla="*/ 2147483647 w 19"/>
              <a:gd name="T9" fmla="*/ 2147483647 h 65"/>
              <a:gd name="T10" fmla="*/ 2147483647 w 19"/>
              <a:gd name="T11" fmla="*/ 2147483647 h 65"/>
              <a:gd name="T12" fmla="*/ 2147483647 w 19"/>
              <a:gd name="T13" fmla="*/ 214748364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8037513" y="3082925"/>
            <a:ext cx="111125" cy="227013"/>
          </a:xfrm>
          <a:custGeom>
            <a:avLst/>
            <a:gdLst>
              <a:gd name="T0" fmla="*/ 2147483647 w 19"/>
              <a:gd name="T1" fmla="*/ 2147483647 h 39"/>
              <a:gd name="T2" fmla="*/ 2147483647 w 19"/>
              <a:gd name="T3" fmla="*/ 0 h 39"/>
              <a:gd name="T4" fmla="*/ 0 w 19"/>
              <a:gd name="T5" fmla="*/ 2147483647 h 39"/>
              <a:gd name="T6" fmla="*/ 0 w 19"/>
              <a:gd name="T7" fmla="*/ 2147483647 h 39"/>
              <a:gd name="T8" fmla="*/ 2147483647 w 19"/>
              <a:gd name="T9" fmla="*/ 2147483647 h 39"/>
              <a:gd name="T10" fmla="*/ 2147483647 w 19"/>
              <a:gd name="T11" fmla="*/ 2147483647 h 39"/>
              <a:gd name="T12" fmla="*/ 2147483647 w 19"/>
              <a:gd name="T13" fmla="*/ 2147483647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4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188" y="431800"/>
            <a:ext cx="8588375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r>
              <a:rPr lang="en-US" dirty="0" smtClean="0"/>
              <a:t>Slide Title Goes Here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0188" y="1339850"/>
            <a:ext cx="8550275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250825" y="6586538"/>
            <a:ext cx="3421063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defTabSz="814388"/>
            <a:r>
              <a:rPr lang="en-US" sz="600">
                <a:solidFill>
                  <a:srgbClr val="C0C0C0"/>
                </a:solidFill>
              </a:rPr>
              <a:t>© 2010 Cisco and/or its affiliates. All rights reserved.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764463" y="6584950"/>
            <a:ext cx="811212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r>
              <a:rPr lang="en-US" sz="600">
                <a:solidFill>
                  <a:srgbClr val="C0C0C0"/>
                </a:solidFill>
              </a:rPr>
              <a:t>Cisco Confidential</a:t>
            </a: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ltGray">
          <a:xfrm>
            <a:off x="8640763" y="6580188"/>
            <a:ext cx="26035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/>
            <a:fld id="{75590D2F-F43F-47CE-8C61-258E2BAD5B1C}" type="slidenum">
              <a:rPr lang="en-US" sz="600">
                <a:solidFill>
                  <a:srgbClr val="C0C0C0"/>
                </a:solidFill>
              </a:rPr>
              <a:pPr algn="r" defTabSz="814388"/>
              <a:t>‹#›</a:t>
            </a:fld>
            <a:endParaRPr lang="en-US" sz="600">
              <a:solidFill>
                <a:srgbClr val="C0C0C0"/>
              </a:solidFill>
            </a:endParaRPr>
          </a:p>
        </p:txBody>
      </p:sp>
      <p:pic>
        <p:nvPicPr>
          <p:cNvPr id="1031" name="Picture 12" descr="bottom bar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6378575"/>
            <a:ext cx="84772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5" r:id="rId1"/>
    <p:sldLayoutId id="2147484726" r:id="rId2"/>
    <p:sldLayoutId id="2147484727" r:id="rId3"/>
    <p:sldLayoutId id="2147484728" r:id="rId4"/>
    <p:sldLayoutId id="2147484729" r:id="rId5"/>
    <p:sldLayoutId id="2147484730" r:id="rId6"/>
    <p:sldLayoutId id="2147484717" r:id="rId7"/>
    <p:sldLayoutId id="2147484718" r:id="rId8"/>
    <p:sldLayoutId id="2147484731" r:id="rId9"/>
    <p:sldLayoutId id="2147484719" r:id="rId10"/>
    <p:sldLayoutId id="2147484732" r:id="rId11"/>
    <p:sldLayoutId id="2147484720" r:id="rId12"/>
    <p:sldLayoutId id="2147484721" r:id="rId13"/>
    <p:sldLayoutId id="2147484722" r:id="rId14"/>
    <p:sldLayoutId id="2147484723" r:id="rId15"/>
    <p:sldLayoutId id="2147484733" r:id="rId16"/>
    <p:sldLayoutId id="2147484734" r:id="rId17"/>
    <p:sldLayoutId id="2147484724" r:id="rId18"/>
    <p:sldLayoutId id="2147484735" r:id="rId19"/>
    <p:sldLayoutId id="2147484736" r:id="rId20"/>
    <p:sldLayoutId id="2147484737" r:id="rId21"/>
    <p:sldLayoutId id="2147484738" r:id="rId22"/>
    <p:sldLayoutId id="2147484739" r:id="rId23"/>
    <p:sldLayoutId id="2147484740" r:id="rId24"/>
    <p:sldLayoutId id="2147484741" r:id="rId25"/>
    <p:sldLayoutId id="2147484742" r:id="rId26"/>
    <p:sldLayoutId id="2147484743" r:id="rId27"/>
    <p:sldLayoutId id="2147484744" r:id="rId28"/>
    <p:sldLayoutId id="2147484745" r:id="rId29"/>
    <p:sldLayoutId id="2147484746" r:id="rId30"/>
    <p:sldLayoutId id="2147484747" r:id="rId31"/>
    <p:sldLayoutId id="2147484748" r:id="rId32"/>
    <p:sldLayoutId id="2147484749" r:id="rId33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lang="en-US" sz="3600" kern="1200" dirty="0">
          <a:gradFill>
            <a:gsLst>
              <a:gs pos="0">
                <a:schemeClr val="tx1"/>
              </a:gs>
              <a:gs pos="44000">
                <a:srgbClr val="01BBBB"/>
              </a:gs>
              <a:gs pos="100000">
                <a:schemeClr val="accent4"/>
              </a:gs>
            </a:gsLst>
            <a:lin ang="4800000" scaled="0"/>
          </a:gra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</a:defRPr>
      </a:lvl9pPr>
    </p:titleStyle>
    <p:bodyStyle>
      <a:lvl1pPr marL="228600" indent="-228600" algn="l" rtl="0" eaLnBrk="0" fontAlgn="base" hangingPunct="0">
        <a:lnSpc>
          <a:spcPct val="95000"/>
        </a:lnSpc>
        <a:spcBef>
          <a:spcPts val="1438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rgbClr val="546568"/>
          </a:solidFill>
          <a:latin typeface="+mj-lt"/>
          <a:ea typeface="+mn-ea"/>
          <a:cs typeface="+mn-cs"/>
        </a:defRPr>
      </a:lvl1pPr>
      <a:lvl2pPr marL="406400" indent="50800" algn="l" rtl="0" eaLnBrk="0" fontAlgn="base" hangingPunct="0">
        <a:lnSpc>
          <a:spcPct val="95000"/>
        </a:lnSpc>
        <a:spcBef>
          <a:spcPts val="838"/>
        </a:spcBef>
        <a:spcAft>
          <a:spcPct val="0"/>
        </a:spcAft>
        <a:buClr>
          <a:schemeClr val="tx2"/>
        </a:buClr>
        <a:defRPr lang="en-US" kern="1200" dirty="0">
          <a:solidFill>
            <a:srgbClr val="546568"/>
          </a:solidFill>
          <a:latin typeface="+mj-lt"/>
          <a:ea typeface="+mn-ea"/>
          <a:cs typeface="+mn-cs"/>
        </a:defRPr>
      </a:lvl2pPr>
      <a:lvl3pPr marL="571500" indent="-1588" algn="l" rtl="0" eaLnBrk="0" fontAlgn="base" hangingPunct="0">
        <a:lnSpc>
          <a:spcPct val="95000"/>
        </a:lnSpc>
        <a:spcBef>
          <a:spcPts val="838"/>
        </a:spcBef>
        <a:spcAft>
          <a:spcPct val="0"/>
        </a:spcAft>
        <a:buFont typeface="Arial" charset="0"/>
        <a:defRPr lang="en-US" sz="1600" kern="1200" dirty="0">
          <a:solidFill>
            <a:srgbClr val="546568"/>
          </a:solidFill>
          <a:latin typeface="+mj-lt"/>
          <a:ea typeface="+mn-ea"/>
          <a:cs typeface="+mn-cs"/>
        </a:defRPr>
      </a:lvl3pPr>
      <a:lvl4pPr marL="688975" indent="682625" algn="l" rtl="0" eaLnBrk="0" fontAlgn="base" hangingPunct="0">
        <a:lnSpc>
          <a:spcPct val="95000"/>
        </a:lnSpc>
        <a:spcBef>
          <a:spcPts val="838"/>
        </a:spcBef>
        <a:spcAft>
          <a:spcPct val="0"/>
        </a:spcAft>
        <a:buFont typeface="Arial" charset="0"/>
        <a:defRPr lang="en-US" sz="1400" kern="1200" dirty="0">
          <a:solidFill>
            <a:srgbClr val="546568"/>
          </a:solidFill>
          <a:latin typeface="+mj-lt"/>
          <a:ea typeface="+mn-ea"/>
          <a:cs typeface="+mn-cs"/>
        </a:defRPr>
      </a:lvl4pPr>
      <a:lvl5pPr marL="801688" indent="1027113" algn="l" rtl="0" eaLnBrk="0" fontAlgn="base" hangingPunct="0">
        <a:lnSpc>
          <a:spcPct val="95000"/>
        </a:lnSpc>
        <a:spcBef>
          <a:spcPts val="838"/>
        </a:spcBef>
        <a:spcAft>
          <a:spcPct val="0"/>
        </a:spcAft>
        <a:buFont typeface="Arial" charset="0"/>
        <a:defRPr lang="en-US" sz="1400" kern="1200" dirty="0">
          <a:solidFill>
            <a:srgbClr val="546568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in.cisco.com/c/cec/index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1393" y="1236689"/>
            <a:ext cx="8605366" cy="228095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Verify/Update Bank </a:t>
            </a:r>
            <a:r>
              <a:rPr lang="en-US" dirty="0" smtClean="0"/>
              <a:t>Information – Employee Self Service (ESS)</a:t>
            </a:r>
            <a:endParaRPr sz="2000" spc="0" dirty="0"/>
          </a:p>
        </p:txBody>
      </p:sp>
    </p:spTree>
    <p:extLst>
      <p:ext uri="{BB962C8B-B14F-4D97-AF65-F5344CB8AC3E}">
        <p14:creationId xmlns:p14="http://schemas.microsoft.com/office/powerpoint/2010/main" val="16612271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229802" y="639907"/>
            <a:ext cx="8685697" cy="88191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dirty="0" smtClean="0"/>
              <a:t/>
            </a:r>
            <a:br>
              <a:rPr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ESS </a:t>
            </a:r>
            <a:r>
              <a:rPr dirty="0" smtClean="0"/>
              <a:t>Tool </a:t>
            </a:r>
            <a:r>
              <a:rPr lang="en-US" dirty="0" smtClean="0"/>
              <a:t>–</a:t>
            </a:r>
            <a:r>
              <a:rPr dirty="0" smtClean="0"/>
              <a:t> </a:t>
            </a:r>
            <a:r>
              <a:rPr dirty="0" smtClean="0"/>
              <a:t>Navigation to </a:t>
            </a:r>
            <a:r>
              <a:rPr dirty="0" smtClean="0"/>
              <a:t>Access the tool</a:t>
            </a:r>
            <a:endParaRPr lang="en-US" sz="1800" b="1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833" y="2132828"/>
            <a:ext cx="3641047" cy="2756548"/>
          </a:xfrm>
          <a:prstGeom prst="rect">
            <a:avLst/>
          </a:prstGeom>
        </p:spPr>
      </p:pic>
      <p:sp>
        <p:nvSpPr>
          <p:cNvPr id="3" name="Left Arrow 2"/>
          <p:cNvSpPr/>
          <p:nvPr/>
        </p:nvSpPr>
        <p:spPr>
          <a:xfrm>
            <a:off x="5216461" y="4002831"/>
            <a:ext cx="877077" cy="1007707"/>
          </a:xfrm>
          <a:prstGeom prst="leftArrow">
            <a:avLst/>
          </a:prstGeom>
          <a:solidFill>
            <a:srgbClr val="FF0000"/>
          </a:solidFill>
          <a:ln>
            <a:noFill/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8214" y="2132828"/>
            <a:ext cx="42404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</a:rPr>
              <a:t>Step’s to Access the ESS Tool:</a:t>
            </a:r>
          </a:p>
          <a:p>
            <a:endParaRPr lang="en-US" sz="1400" i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1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- Connect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to CEC Page -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http://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hlinkClick r:id="rId3"/>
              </a:rPr>
              <a:t>wwwin.cisco.com/c/cec/index.html</a:t>
            </a:r>
            <a:endParaRPr lang="en-US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2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- Select “My Links” tab on the left side (Ref shared image)</a:t>
            </a: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3 -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Select </a:t>
            </a:r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</a:rPr>
              <a:t>PTO / Payroll Tools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from the drop down Menu</a:t>
            </a: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4 -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Select </a:t>
            </a:r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</a:rPr>
              <a:t>AsiaPac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from the TOOLs Tab</a:t>
            </a: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5 -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Login with your CEC credentials</a:t>
            </a:r>
          </a:p>
          <a:p>
            <a:r>
              <a:rPr lang="en-US" sz="1400" i="1" dirty="0" smtClean="0">
                <a:solidFill>
                  <a:schemeClr val="accent1">
                    <a:lumMod val="50000"/>
                  </a:schemeClr>
                </a:solidFill>
              </a:rPr>
              <a:t>Step 6 -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Update Bank Information only, follow the instructions in the next slide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4899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229802" y="-78551"/>
            <a:ext cx="8685697" cy="88191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dirty="0" smtClean="0"/>
              <a:t/>
            </a:r>
            <a:br>
              <a:rPr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ESS </a:t>
            </a:r>
            <a:r>
              <a:rPr lang="en-US" dirty="0" smtClean="0"/>
              <a:t>–</a:t>
            </a:r>
            <a:r>
              <a:rPr dirty="0" smtClean="0"/>
              <a:t> Update Bank A/c Number</a:t>
            </a:r>
            <a:br>
              <a:rPr dirty="0" smtClean="0"/>
            </a:br>
            <a:r>
              <a:rPr sz="1800" dirty="0" smtClean="0"/>
              <a:t>Go to Myself </a:t>
            </a:r>
            <a:r>
              <a:rPr lang="en-US" sz="1800" dirty="0" smtClean="0">
                <a:sym typeface="Wingdings" panose="05000000000000000000" pitchFamily="2" charset="2"/>
              </a:rPr>
              <a:t> </a:t>
            </a:r>
            <a:r>
              <a:rPr lang="en-US" sz="1800" b="1" i="1" dirty="0"/>
              <a:t>Personal </a:t>
            </a:r>
            <a:r>
              <a:rPr lang="en-US" sz="1800" b="1" i="1" dirty="0" smtClean="0"/>
              <a:t>Information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smtClean="0">
                <a:sym typeface="Wingdings" panose="05000000000000000000" pitchFamily="2" charset="2"/>
              </a:rPr>
              <a:t> </a:t>
            </a:r>
            <a:r>
              <a:rPr lang="en-US" sz="1800" b="1" i="1" dirty="0"/>
              <a:t>Bank </a:t>
            </a:r>
            <a:r>
              <a:rPr lang="en-US" sz="1800" b="1" i="1" dirty="0" smtClean="0"/>
              <a:t>Information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smtClean="0">
                <a:sym typeface="Wingdings" panose="05000000000000000000" pitchFamily="2" charset="2"/>
              </a:rPr>
              <a:t> </a:t>
            </a:r>
            <a:r>
              <a:rPr lang="en-US" sz="1800" b="1" i="1" dirty="0" smtClean="0">
                <a:sym typeface="Wingdings" panose="05000000000000000000" pitchFamily="2" charset="2"/>
              </a:rPr>
              <a:t>Click </a:t>
            </a:r>
            <a:r>
              <a:rPr lang="en-US" sz="1800" b="1" i="1" dirty="0">
                <a:sym typeface="Wingdings" panose="05000000000000000000" pitchFamily="2" charset="2"/>
              </a:rPr>
              <a:t>on + button</a:t>
            </a:r>
            <a:endParaRPr lang="en-US" sz="1800" b="1" i="1" dirty="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565258" y="913638"/>
            <a:ext cx="7224955" cy="5250956"/>
          </a:xfrm>
          <a:prstGeom prst="rect">
            <a:avLst/>
          </a:prstGeom>
          <a:ln>
            <a:solidFill>
              <a:srgbClr val="2D8EC2"/>
            </a:solidFill>
          </a:ln>
        </p:spPr>
      </p:pic>
    </p:spTree>
    <p:extLst>
      <p:ext uri="{BB962C8B-B14F-4D97-AF65-F5344CB8AC3E}">
        <p14:creationId xmlns:p14="http://schemas.microsoft.com/office/powerpoint/2010/main" val="31182089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isco Arial 4x3 template">
  <a:themeElements>
    <a:clrScheme name="Cisco 2010 Color Palette">
      <a:dk1>
        <a:srgbClr val="0096D6"/>
      </a:dk1>
      <a:lt1>
        <a:srgbClr val="FFFFFF"/>
      </a:lt1>
      <a:dk2>
        <a:srgbClr val="6DB344"/>
      </a:dk2>
      <a:lt2>
        <a:srgbClr val="FFFFFF"/>
      </a:lt2>
      <a:accent1>
        <a:srgbClr val="0096D6"/>
      </a:accent1>
      <a:accent2>
        <a:srgbClr val="6DB344"/>
      </a:accent2>
      <a:accent3>
        <a:srgbClr val="ABDFF0"/>
      </a:accent3>
      <a:accent4>
        <a:srgbClr val="008041"/>
      </a:accent4>
      <a:accent5>
        <a:srgbClr val="B7D333"/>
      </a:accent5>
      <a:accent6>
        <a:srgbClr val="652D89"/>
      </a:accent6>
      <a:hlink>
        <a:srgbClr val="3CBADC"/>
      </a:hlink>
      <a:folHlink>
        <a:srgbClr val="A6A8AB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6D6"/>
        </a:solidFill>
        <a:ln>
          <a:noFill/>
        </a:ln>
        <a:effectLst>
          <a:outerShdw blurRad="76200" dist="50800" dir="5400000" algn="ctr" rotWithShape="0">
            <a:srgbClr val="000000">
              <a:alpha val="27000"/>
            </a:srgb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Cisco Arial 4x3 template</Template>
  <TotalTime>877</TotalTime>
  <Words>91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Ciscolight</vt:lpstr>
      <vt:lpstr>Calibri</vt:lpstr>
      <vt:lpstr>Wingdings</vt:lpstr>
      <vt:lpstr>Cisco Arial 4x3 template</vt:lpstr>
      <vt:lpstr>Verify/Update Bank Information – Employee Self Service (ESS)</vt:lpstr>
      <vt:lpstr>   ESS Tool – Navigation to Access the tool</vt:lpstr>
      <vt:lpstr>   ESS – Update Bank A/c Number Go to Myself  Personal Information  Bank Information  Click on + button</vt:lpstr>
      <vt:lpstr>PowerPoint Presentation</vt:lpstr>
    </vt:vector>
  </TitlesOfParts>
  <Company>Cisco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 (Animated)</dc:title>
  <dc:creator>Indu Muniram</dc:creator>
  <cp:lastModifiedBy>Chethna Hemanth (chemanth)</cp:lastModifiedBy>
  <cp:revision>134</cp:revision>
  <dcterms:created xsi:type="dcterms:W3CDTF">2010-12-02T17:23:12Z</dcterms:created>
  <dcterms:modified xsi:type="dcterms:W3CDTF">2018-01-11T06:34:32Z</dcterms:modified>
</cp:coreProperties>
</file>